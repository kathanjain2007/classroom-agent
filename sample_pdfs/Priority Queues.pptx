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83" r:id="rId3"/>
    <p:sldId id="284" r:id="rId4"/>
    <p:sldId id="285" r:id="rId5"/>
    <p:sldId id="286" r:id="rId6"/>
    <p:sldId id="289" r:id="rId7"/>
    <p:sldId id="290" r:id="rId8"/>
    <p:sldId id="291" r:id="rId9"/>
    <p:sldId id="292" r:id="rId10"/>
    <p:sldId id="293" r:id="rId11"/>
    <p:sldId id="294" r:id="rId1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63469" y="461594"/>
            <a:ext cx="3417061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8797"/>
            <a:ext cx="8072119" cy="412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quiz.geeksforgeeks.org/queue-set-1introduction-and-array-implementation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7257" y="2481452"/>
            <a:ext cx="42684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90" dirty="0"/>
              <a:t>DATA</a:t>
            </a:r>
            <a:r>
              <a:rPr spc="-50" dirty="0"/>
              <a:t> </a:t>
            </a:r>
            <a:r>
              <a:rPr spc="-10" dirty="0"/>
              <a:t>STRUCTURES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2560" y="3824096"/>
            <a:ext cx="4739005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solidFill>
                  <a:srgbClr val="888888"/>
                </a:solidFill>
                <a:latin typeface="Calibri"/>
                <a:cs typeface="Calibri"/>
              </a:rPr>
              <a:t>UNIT-2</a:t>
            </a:r>
            <a:endParaRPr sz="2700" dirty="0">
              <a:latin typeface="Calibri"/>
              <a:cs typeface="Calibri"/>
            </a:endParaRPr>
          </a:p>
          <a:p>
            <a:pPr marL="774700" marR="763270" indent="-3810" algn="ctr">
              <a:lnSpc>
                <a:spcPct val="100000"/>
              </a:lnSpc>
            </a:pPr>
            <a:r>
              <a:rPr lang="en-US" sz="2700" spc="-100" dirty="0" smtClean="0">
                <a:solidFill>
                  <a:srgbClr val="888888"/>
                </a:solidFill>
                <a:latin typeface="Calibri"/>
                <a:cs typeface="Calibri"/>
              </a:rPr>
              <a:t>Dr. NAMRATHA </a:t>
            </a:r>
            <a:r>
              <a:rPr lang="en-US" sz="2700" spc="-100" dirty="0" smtClean="0">
                <a:solidFill>
                  <a:srgbClr val="888888"/>
                </a:solidFill>
                <a:latin typeface="Calibri"/>
                <a:cs typeface="Calibri"/>
              </a:rPr>
              <a:t>M</a:t>
            </a:r>
          </a:p>
          <a:p>
            <a:pPr marL="774700" marR="763270" indent="-3810" algn="ctr">
              <a:lnSpc>
                <a:spcPct val="100000"/>
              </a:lnSpc>
            </a:pPr>
            <a:r>
              <a:rPr sz="2700" spc="-30" smtClean="0">
                <a:solidFill>
                  <a:srgbClr val="888888"/>
                </a:solidFill>
                <a:latin typeface="Calibri"/>
                <a:cs typeface="Calibri"/>
              </a:rPr>
              <a:t>ASS</a:t>
            </a:r>
            <a:r>
              <a:rPr lang="en-US" sz="2700" spc="-30" smtClean="0">
                <a:solidFill>
                  <a:srgbClr val="888888"/>
                </a:solidFill>
                <a:latin typeface="Calibri"/>
                <a:cs typeface="Calibri"/>
              </a:rPr>
              <a:t>OCIATE</a:t>
            </a:r>
            <a:r>
              <a:rPr sz="2700" spc="-95" smtClean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888888"/>
                </a:solidFill>
                <a:latin typeface="Calibri"/>
                <a:cs typeface="Calibri"/>
              </a:rPr>
              <a:t>PROFESSOR</a:t>
            </a:r>
            <a:endParaRPr sz="2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700" dirty="0">
                <a:solidFill>
                  <a:srgbClr val="888888"/>
                </a:solidFill>
                <a:latin typeface="Calibri"/>
                <a:cs typeface="Calibri"/>
              </a:rPr>
              <a:t>B.M.S.</a:t>
            </a:r>
            <a:r>
              <a:rPr sz="2700" spc="-2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888888"/>
                </a:solidFill>
                <a:latin typeface="Calibri"/>
                <a:cs typeface="Calibri"/>
              </a:rPr>
              <a:t>COLLEGE</a:t>
            </a:r>
            <a:r>
              <a:rPr sz="2700" spc="-4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888888"/>
                </a:solidFill>
                <a:latin typeface="Calibri"/>
                <a:cs typeface="Calibri"/>
              </a:rPr>
              <a:t>OF</a:t>
            </a:r>
            <a:r>
              <a:rPr sz="2700" spc="-3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888888"/>
                </a:solidFill>
                <a:latin typeface="Calibri"/>
                <a:cs typeface="Calibri"/>
              </a:rPr>
              <a:t>ENGINEERING</a:t>
            </a:r>
            <a:endParaRPr sz="27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3533" y="5643575"/>
            <a:ext cx="682987" cy="6339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9410" y="461594"/>
            <a:ext cx="33483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Priority</a:t>
            </a:r>
            <a:r>
              <a:rPr spc="-70" dirty="0"/>
              <a:t> </a:t>
            </a:r>
            <a:r>
              <a:rPr dirty="0"/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565"/>
            <a:ext cx="7882890" cy="3394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7208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Priority Queue is an </a:t>
            </a:r>
            <a:r>
              <a:rPr sz="3200" spc="-10" dirty="0">
                <a:latin typeface="Calibri"/>
                <a:cs typeface="Calibri"/>
              </a:rPr>
              <a:t>extension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queue </a:t>
            </a:r>
            <a:r>
              <a:rPr sz="3200" dirty="0">
                <a:latin typeface="Calibri"/>
                <a:cs typeface="Calibri"/>
              </a:rPr>
              <a:t>with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following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properties.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Every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item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associated</a:t>
            </a:r>
            <a:r>
              <a:rPr sz="2800" spc="-5" dirty="0">
                <a:latin typeface="Calibri"/>
                <a:cs typeface="Calibri"/>
              </a:rPr>
              <a:t> with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it.</a:t>
            </a:r>
            <a:endParaRPr sz="28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high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dequeued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before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low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priority.</a:t>
            </a:r>
            <a:endParaRPr sz="2800">
              <a:latin typeface="Calibri"/>
              <a:cs typeface="Calibri"/>
            </a:endParaRPr>
          </a:p>
          <a:p>
            <a:pPr marL="756285" marR="212090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two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elements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same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priority,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served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according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their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queue.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9410" y="461594"/>
            <a:ext cx="33483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Priority</a:t>
            </a:r>
            <a:r>
              <a:rPr spc="-70" dirty="0"/>
              <a:t> </a:t>
            </a:r>
            <a:r>
              <a:rPr dirty="0"/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661"/>
            <a:ext cx="800290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 a </a:t>
            </a:r>
            <a:r>
              <a:rPr sz="2400" spc="-5" dirty="0">
                <a:latin typeface="Calibri"/>
                <a:cs typeface="Calibri"/>
              </a:rPr>
              <a:t>queue,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b="1" spc="-10" dirty="0">
                <a:latin typeface="Calibri"/>
                <a:cs typeface="Calibri"/>
              </a:rPr>
              <a:t>first-in-first-out </a:t>
            </a:r>
            <a:r>
              <a:rPr sz="2400" b="1" spc="-5" dirty="0">
                <a:latin typeface="Calibri"/>
                <a:cs typeface="Calibri"/>
              </a:rPr>
              <a:t>rule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implemented whereas,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priority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queue,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removed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 </a:t>
            </a:r>
            <a:r>
              <a:rPr sz="2400" b="1" spc="-5" dirty="0">
                <a:latin typeface="Calibri"/>
                <a:cs typeface="Calibri"/>
              </a:rPr>
              <a:t>the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basis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 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priority</a:t>
            </a:r>
            <a:r>
              <a:rPr sz="2400" spc="-5" dirty="0">
                <a:latin typeface="Calibri"/>
                <a:cs typeface="Calibri"/>
              </a:rPr>
              <a:t>. The element </a:t>
            </a:r>
            <a:r>
              <a:rPr sz="2400" dirty="0">
                <a:latin typeface="Calibri"/>
                <a:cs typeface="Calibri"/>
              </a:rPr>
              <a:t>with the </a:t>
            </a:r>
            <a:r>
              <a:rPr sz="2400" spc="-10" dirty="0">
                <a:latin typeface="Calibri"/>
                <a:cs typeface="Calibri"/>
              </a:rPr>
              <a:t>highest </a:t>
            </a:r>
            <a:r>
              <a:rPr sz="2400" spc="-5" dirty="0">
                <a:latin typeface="Calibri"/>
                <a:cs typeface="Calibri"/>
              </a:rPr>
              <a:t>priority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5" dirty="0">
                <a:latin typeface="Calibri"/>
                <a:cs typeface="Calibri"/>
              </a:rPr>
              <a:t>removed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first.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5998" y="3000375"/>
            <a:ext cx="3971925" cy="3448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4713" y="461594"/>
            <a:ext cx="5360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Types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Priority</a:t>
            </a:r>
            <a:r>
              <a:rPr spc="-20" dirty="0"/>
              <a:t> </a:t>
            </a:r>
            <a:r>
              <a:rPr dirty="0"/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58797"/>
            <a:ext cx="7569834" cy="41236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marR="23495" indent="-342900" algn="just">
              <a:lnSpc>
                <a:spcPct val="90000"/>
              </a:lnSpc>
              <a:spcBef>
                <a:spcPts val="484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b="1" spc="-5" dirty="0">
                <a:latin typeface="Calibri"/>
                <a:cs typeface="Calibri"/>
              </a:rPr>
              <a:t>Min Priority </a:t>
            </a:r>
            <a:r>
              <a:rPr sz="3200" b="1" dirty="0">
                <a:latin typeface="Calibri"/>
                <a:cs typeface="Calibri"/>
              </a:rPr>
              <a:t>Queue</a:t>
            </a:r>
            <a:r>
              <a:rPr sz="3200" dirty="0">
                <a:latin typeface="Calibri"/>
                <a:cs typeface="Calibri"/>
              </a:rPr>
              <a:t>: In min </a:t>
            </a:r>
            <a:r>
              <a:rPr sz="3200" spc="-5" dirty="0">
                <a:latin typeface="Calibri"/>
                <a:cs typeface="Calibri"/>
              </a:rPr>
              <a:t>priority </a:t>
            </a:r>
            <a:r>
              <a:rPr sz="3200" dirty="0">
                <a:latin typeface="Calibri"/>
                <a:cs typeface="Calibri"/>
              </a:rPr>
              <a:t>Queue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minimum number </a:t>
            </a:r>
            <a:r>
              <a:rPr sz="3200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value gets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highest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priority and </a:t>
            </a:r>
            <a:r>
              <a:rPr sz="3200" spc="-15" dirty="0">
                <a:latin typeface="Calibri"/>
                <a:cs typeface="Calibri"/>
              </a:rPr>
              <a:t>lowest </a:t>
            </a:r>
            <a:r>
              <a:rPr sz="3200" spc="-5" dirty="0">
                <a:latin typeface="Calibri"/>
                <a:cs typeface="Calibri"/>
              </a:rPr>
              <a:t>number of element </a:t>
            </a:r>
            <a:r>
              <a:rPr sz="3200" spc="-15" dirty="0">
                <a:latin typeface="Calibri"/>
                <a:cs typeface="Calibri"/>
              </a:rPr>
              <a:t>gets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highest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priority.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9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b="1" spc="-10" dirty="0">
                <a:latin typeface="Calibri"/>
                <a:cs typeface="Calibri"/>
              </a:rPr>
              <a:t>Max </a:t>
            </a:r>
            <a:r>
              <a:rPr sz="3200" b="1" spc="-5" dirty="0">
                <a:latin typeface="Calibri"/>
                <a:cs typeface="Calibri"/>
              </a:rPr>
              <a:t>Priority </a:t>
            </a:r>
            <a:r>
              <a:rPr sz="3200" b="1" dirty="0">
                <a:latin typeface="Calibri"/>
                <a:cs typeface="Calibri"/>
              </a:rPr>
              <a:t>Queue</a:t>
            </a:r>
            <a:r>
              <a:rPr sz="3200" dirty="0">
                <a:latin typeface="Calibri"/>
                <a:cs typeface="Calibri"/>
              </a:rPr>
              <a:t>: </a:t>
            </a:r>
            <a:r>
              <a:rPr sz="3200" spc="-10" dirty="0">
                <a:latin typeface="Calibri"/>
                <a:cs typeface="Calibri"/>
              </a:rPr>
              <a:t>Max </a:t>
            </a:r>
            <a:r>
              <a:rPr sz="3200" spc="-5" dirty="0">
                <a:latin typeface="Calibri"/>
                <a:cs typeface="Calibri"/>
              </a:rPr>
              <a:t>priority </a:t>
            </a:r>
            <a:r>
              <a:rPr sz="3200" dirty="0">
                <a:latin typeface="Calibri"/>
                <a:cs typeface="Calibri"/>
              </a:rPr>
              <a:t>Queue is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opposite </a:t>
            </a:r>
            <a:r>
              <a:rPr sz="3200" dirty="0">
                <a:latin typeface="Calibri"/>
                <a:cs typeface="Calibri"/>
              </a:rPr>
              <a:t>of min </a:t>
            </a:r>
            <a:r>
              <a:rPr sz="3200" spc="-5" dirty="0">
                <a:latin typeface="Calibri"/>
                <a:cs typeface="Calibri"/>
              </a:rPr>
              <a:t>priority </a:t>
            </a:r>
            <a:r>
              <a:rPr sz="3200" dirty="0">
                <a:latin typeface="Calibri"/>
                <a:cs typeface="Calibri"/>
              </a:rPr>
              <a:t>Queue in it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maximum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number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value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gets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highest </a:t>
            </a:r>
            <a:r>
              <a:rPr sz="3200" spc="-5" dirty="0">
                <a:latin typeface="Calibri"/>
                <a:cs typeface="Calibri"/>
              </a:rPr>
              <a:t> priority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minimum</a:t>
            </a:r>
            <a:r>
              <a:rPr sz="3200" spc="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number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spc="-10" dirty="0">
                <a:latin typeface="Calibri"/>
                <a:cs typeface="Calibri"/>
              </a:rPr>
              <a:t>value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gets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minimum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priority.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8738" y="461594"/>
            <a:ext cx="1908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498" y="1857375"/>
            <a:ext cx="4053087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3517" y="461594"/>
            <a:ext cx="1616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80" dirty="0"/>
              <a:t> </a:t>
            </a:r>
            <a:r>
              <a:rPr spc="-5" dirty="0"/>
              <a:t>Code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47649" y="1609725"/>
            <a:ext cx="8262620" cy="5005705"/>
            <a:chOff x="447649" y="1609725"/>
            <a:chExt cx="8262620" cy="50057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7649" y="1609725"/>
              <a:ext cx="5734050" cy="22764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8999" y="2143061"/>
              <a:ext cx="4780914" cy="447205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3517" y="461594"/>
            <a:ext cx="1616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80" dirty="0"/>
              <a:t> </a:t>
            </a:r>
            <a:r>
              <a:rPr spc="-5" dirty="0"/>
              <a:t>Code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9562" y="1538224"/>
            <a:ext cx="8061959" cy="4729480"/>
            <a:chOff x="509562" y="1538224"/>
            <a:chExt cx="8061959" cy="4729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562" y="1538224"/>
              <a:ext cx="5800725" cy="35623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6619" y="3786136"/>
              <a:ext cx="3864355" cy="24813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3517" y="461594"/>
            <a:ext cx="1616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</a:t>
            </a:r>
            <a:r>
              <a:rPr spc="-80" dirty="0"/>
              <a:t> </a:t>
            </a:r>
            <a:r>
              <a:rPr spc="-5" dirty="0"/>
              <a:t>Code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37" y="1624343"/>
            <a:ext cx="4485322" cy="39488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5001" y="3976687"/>
            <a:ext cx="3429000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6173" y="461594"/>
            <a:ext cx="7995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Priority</a:t>
            </a:r>
            <a:r>
              <a:rPr spc="-25" dirty="0"/>
              <a:t> </a:t>
            </a:r>
            <a:r>
              <a:rPr dirty="0"/>
              <a:t>Queue</a:t>
            </a:r>
            <a:r>
              <a:rPr spc="-25" dirty="0"/>
              <a:t> </a:t>
            </a:r>
            <a:r>
              <a:rPr spc="-10" dirty="0"/>
              <a:t>(Circular</a:t>
            </a:r>
            <a:r>
              <a:rPr spc="15" dirty="0"/>
              <a:t> </a:t>
            </a:r>
            <a:r>
              <a:rPr dirty="0"/>
              <a:t>Q</a:t>
            </a:r>
            <a:r>
              <a:rPr spc="-5" dirty="0"/>
              <a:t> concept)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562" y="1609725"/>
            <a:ext cx="2628900" cy="24288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9494" y="1214488"/>
            <a:ext cx="3721430" cy="49202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3501" y="6215088"/>
            <a:ext cx="1010823" cy="26026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037" y="4159197"/>
            <a:ext cx="2326357" cy="24761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912" y="1509699"/>
            <a:ext cx="6343650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037" y="1670343"/>
            <a:ext cx="4666664" cy="25885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43626" y="3151910"/>
            <a:ext cx="2849639" cy="31000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185</Words>
  <Application>Microsoft Office PowerPoint</Application>
  <PresentationFormat>On-screen Show (4:3)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 MT</vt:lpstr>
      <vt:lpstr>Calibri</vt:lpstr>
      <vt:lpstr>Office Theme</vt:lpstr>
      <vt:lpstr>DATA STRUCTURES</vt:lpstr>
      <vt:lpstr>Priority Queue</vt:lpstr>
      <vt:lpstr>Priority Queue</vt:lpstr>
      <vt:lpstr>Types of Priority Queue</vt:lpstr>
      <vt:lpstr>Solution</vt:lpstr>
      <vt:lpstr>C Code</vt:lpstr>
      <vt:lpstr>C Code</vt:lpstr>
      <vt:lpstr>C Code</vt:lpstr>
      <vt:lpstr>Priority Queue (Circular Q concept)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bmsce</dc:creator>
  <cp:lastModifiedBy>HP</cp:lastModifiedBy>
  <cp:revision>3</cp:revision>
  <dcterms:created xsi:type="dcterms:W3CDTF">2023-12-05T18:20:18Z</dcterms:created>
  <dcterms:modified xsi:type="dcterms:W3CDTF">2026-10-06T15:04:39Z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2023-12-05T00:00:00Z</vt:filetime>
  </property>
</Properties>
</file>